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772400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Panduan Praktis Pengisian SKP &amp; RHK ASN Kemenag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Mudah – Cepat – Akurat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Intro:</a:t>
            </a:r>
          </a:p>
          <a:p>
            <a:r>
              <a:t>SKP &amp; RHK adalah alat penting untuk mengukur kinerja pegawai. Yuk, isi dengan tepat agar hasil kerja lebih terarah dan transparan.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Langkah Pengisian:</a:t>
            </a:r>
          </a:p>
          <a:p>
            <a:pPr>
              <a:defRPr sz="1200"/>
            </a:pPr>
            <a:r>
              <a:t>1️⃣ Login Aplikasi 🔑 – Masuk e-Kinerja/MyASN</a:t>
            </a:r>
          </a:p>
          <a:p>
            <a:pPr>
              <a:defRPr sz="1200"/>
            </a:pPr>
            <a:r>
              <a:t>2️⃣ Cek Profil ASN 👤 – Periksa unit kerja, jabatan, data atasan</a:t>
            </a:r>
          </a:p>
          <a:p>
            <a:pPr>
              <a:defRPr sz="1200"/>
            </a:pPr>
            <a:r>
              <a:t>3️⃣ Membuat SKP 📅 – Tambah SKP, pilih periode 1 Jan–31 Des, pendekatan kuantitatif</a:t>
            </a:r>
          </a:p>
          <a:p>
            <a:pPr>
              <a:defRPr sz="1200"/>
            </a:pPr>
            <a:r>
              <a:t>4️⃣ Mengisi RHK 🎯 – Tambah RHK, isi rencana kerja, tambah indikator (Kualitas, Kuantitas, Waktu, Biaya)</a:t>
            </a:r>
          </a:p>
          <a:p>
            <a:pPr>
              <a:defRPr sz="1200"/>
            </a:pPr>
            <a:r>
              <a:t>5️⃣ Komponen Pendukung 🛠️ – SDM, sarpras, anggaran, pertanggungjawaban</a:t>
            </a:r>
          </a:p>
          <a:p>
            <a:pPr>
              <a:defRPr sz="1200"/>
            </a:pPr>
            <a:r>
              <a:t>6️⃣ Ajukan SKP 📤 – Klik ajukan setelah diperiksa</a:t>
            </a:r>
          </a:p>
          <a:p>
            <a:pPr>
              <a:defRPr sz="1200"/>
            </a:pPr>
            <a:r>
              <a:t>7️⃣ Persetujuan Atasan ✍️ – Tunggu penilai menyetujui</a:t>
            </a:r>
          </a:p>
          <a:p>
            <a:pPr>
              <a:defRPr sz="1200"/>
            </a:pPr>
            <a:r>
              <a:t>8️⃣ Cetak SKP 🖨️ – Cetak/arsipkan setelah disetujui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Tips &amp; Trik:</a:t>
            </a:r>
          </a:p>
          <a:p>
            <a:r>
              <a:t>💡 Gunakan target kerja yang jelas &amp; terukur</a:t>
            </a:r>
          </a:p>
          <a:p>
            <a:r>
              <a:t>💡 Konsultasikan dengan atasan sebelum submit</a:t>
            </a:r>
          </a:p>
          <a:p>
            <a:r>
              <a:t>💡 Cek kembali sebelum deadline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955279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80"/>
                </a:solidFill>
              </a:defRPr>
            </a:pPr>
            <a:r>
              <a:t>Scan QR Code untuk Panduan Lengkap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Subbagian Tata Usaha – Kankemenag Kabupaten Balangan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